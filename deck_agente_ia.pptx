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IA para Conhecimento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Fluxo de Engenharia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MCP com Jira e Confluence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Tribo Veículos   ·   Leonardo Navarro   ·   Engenheiro de Software Sênior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32720" y="64008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0" y="640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preso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 Confluence guardam todo o conhecimento institucional, mas inacessível de forma programática. Acesso via API bloqueado por rate limit.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crônica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1546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sistema é dor universal: ninguém faz, todos precisam. Custa dias de engenheiro sênior quando feito à mão.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opaco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5262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quem é dono de um serviço e com quem falar leva horas de garimpo e perguntas de corredor.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que lê o conhecimento, gera documentação padronizada e opera o fluxo de trabalho.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23774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377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23774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55080" y="23774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377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(mcp-atlassian)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41080" y="23774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144000" y="23774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377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10607040" cy="1737360"/>
          </a:xfrm>
          <a:prstGeom prst="roundRect">
            <a:avLst>
              <a:gd name="adj" fmla="val 5263"/>
            </a:avLst>
          </a:prstGeom>
          <a:solidFill>
            <a:srgbClr val="1E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97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alucina   </a:t>
            </a:r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Ancorado em SDD (Specification-Driven Development). Todo o sistema está descrito em especificações, design e propostas versionadas. O agente gera a partir dos artefatos reais, não inventa. Output revisado por humano antes de publicar.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entreguei: alto impacto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240280"/>
          </a:xfrm>
          <a:prstGeom prst="roundRect">
            <a:avLst>
              <a:gd name="adj" fmla="val 3265"/>
            </a:avLst>
          </a:prstGeom>
          <a:solidFill>
            <a:srgbClr val="E8F4F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estruturada no Confluence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geral, arquitetura (C4, fluxo E2E, ADRs), banco de dados, operações (troubleshooting, validação de integridade pós-carga, execução de carga) e contratos de integração. Tudo padronizado e versionado.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0" y="20574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dias  →  horas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881360" cy="2240280"/>
          </a:xfrm>
          <a:prstGeom prst="roundRect">
            <a:avLst>
              <a:gd name="adj" fmla="val 3265"/>
            </a:avLst>
          </a:prstGeom>
          <a:solidFill>
            <a:srgbClr val="E8F4F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14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de fluxo no Jira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automática de sub-blocks em histórias bloqueadas, aumentando a visibilidade de impedimentos. Ganho direto de gestão, não só de engenharia.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4526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min  →  segundos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do ciclo completo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lê, escreve, move e conecta. Exemplos adicionais: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4F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de ownership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Dono, rota, cluster, tribo e contatos (CPO, TTL, TA) de qualquer serviço, em uma query.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h → ~10 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4F4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 autonomia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a dúvidas processuais, ex.: como solicitar acesso ao portal Azure.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min → 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interdependências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 de tarefas do Jira e busca de interdependências entre histórias.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min → 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cards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4617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assistida do board sem sair do fluxo de trabalho.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min → 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Governança: do protótipo à produção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usa um workaround local não homologável, só para validar a hipótese. Proponho substituí-lo pelo caminho oficial, já suportado nativamente.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atual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7220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homologável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pessoal (senha em credential manager, login Seraph)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3317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+ PAT com escopo de leitura. Revogável.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310128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1E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012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do rate limit (proxy simulando browser)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310128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31012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de API oficial por service account. Limite é per-user e ajustável.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288536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1E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8853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de browser simulada (frágil)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4288536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28853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nativo via Bearer. Já habilitado nos servidores.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266944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1E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26694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auditoria nem isolamento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5266944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526694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lista e revoga tokens. Acesso rastreável.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de serviço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846320" y="15087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dedicada, escopo mínimo de leitura.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46320" y="23774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nativo (Jira 8.14+ / Confluence 7.9+, já habilitado).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de API aprovada para a service account.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114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Patrocínio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de IA (COE) para validar e abrir homologação.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'plugar IA'. É IA aplicada com guardrails de SDD, consciência de governança e caminho de produção mapeado.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2026-06-26T20:58:07Z</dcterms:created>
  <dcterms:modified xsi:type="dcterms:W3CDTF">2026-06-26T20:58:07Z</dcterms:modified>
</cp:coreProperties>
</file>